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numbers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2743200" cy="1828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0" y="36576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457200" y="457200"/>
            <a:ext cx="1371600" cy="365760"/>
            <a:chOff x="457200" y="457200"/>
            <a:chExt cx="1371600" cy="365760"/>
          </a:xfrm>
        </p:grpSpPr>
        <p:sp>
          <p:nvSpPr>
            <p:cNvPr id="8" name="TextBox 7"/>
            <p:cNvSpPr txBox="1"/>
            <p:nvPr/>
          </p:nvSpPr>
          <p:spPr>
            <a:xfrm>
              <a:off x="457200" y="457200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box overlapping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